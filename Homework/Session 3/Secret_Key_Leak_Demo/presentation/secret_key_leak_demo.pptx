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0:00-0:20. Frame the demo: three stages, all fake and local. Then switch to the browser at http://127.0.0.1:3000 and run Stage A (0:20), Stage B (1:10), Stage C (2:00). Full timed script: SPEAKER_NOTES.md.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while explaining Stage A and B. Amber = public, shipped to browsers. Red = private, server only. The provider's accepted key is independent of the app's configuration, which is why rotation needs two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3:30-4:00 close. Real providers differ. Planned rotation can overlap keys; an actively compromised key needs urgent revocation and may interrupt service. Summarise the five points, in order, then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 when a secret key leaks?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four-minute live demo in three stages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343400"/>
          </a:xfrm>
          <a:prstGeom prst="roundRect">
            <a:avLst>
              <a:gd name="adj" fmla="val 3077"/>
            </a:avLst>
          </a:prstGeom>
          <a:solidFill>
            <a:srgbClr val="FEF3C7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Exposed to the browser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 reads a NEXT_PUBLIC_ value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inlines it into browser JavaScript at build time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it in DevTools: header and .js file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prefix makes a value public. It does not make a secret safe.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7680" y="1600200"/>
            <a:ext cx="3566160" cy="4343400"/>
          </a:xfrm>
          <a:prstGeom prst="roundRect">
            <a:avLst>
              <a:gd name="adj" fmla="val 3077"/>
            </a:avLst>
          </a:prstGeom>
          <a:solidFill>
            <a:srgbClr val="DBEAFE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7830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212080" y="17830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Used on the server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26280" y="256032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→ Next.js route → mock API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adds the key; the browser never sees 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 returned to the browser is harmless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47091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Hiding the key does not protect the route: limits, least privilege, authentication.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1600200"/>
            <a:ext cx="3566160" cy="4343400"/>
          </a:xfrm>
          <a:prstGeom prst="roundRect">
            <a:avLst>
              <a:gd name="adj" fmla="val 3077"/>
            </a:avLst>
          </a:prstGeom>
          <a:solidFill>
            <a:srgbClr val="FEE2E2"/>
          </a:solidFill>
          <a:ln w="25400">
            <a:solidFill>
              <a:srgbClr val="B91C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17830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961120" y="17830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Rotation and revocation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75320" y="256032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works with Demo key 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 issues Demo key B, revokes A: 401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config, restart: works again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75320" y="47091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Removing a key from code does not invalidate it.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Educational demonstration · fake credentials · local mock API 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public value and the private credential live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→ Next.js server route → mock API (all on 127.0.0.1)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108960" cy="4480560"/>
          </a:xfrm>
          <a:prstGeom prst="roundRect">
            <a:avLst>
              <a:gd name="adj" fmla="val 2941"/>
            </a:avLst>
          </a:prstGeom>
          <a:solidFill>
            <a:srgbClr val="FFFBEB"/>
          </a:solidFill>
          <a:ln w="25400">
            <a:solidFill>
              <a:srgbClr val="B45309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94360" y="16276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UNTRUSTED: anything here can be inspected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06240" y="1554480"/>
            <a:ext cx="3383280" cy="4480560"/>
          </a:xfrm>
          <a:prstGeom prst="roundRect">
            <a:avLst>
              <a:gd name="adj" fmla="val 2703"/>
            </a:avLst>
          </a:prstGeom>
          <a:solidFill>
            <a:srgbClr val="F1F5F9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16276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SERVER · Next.js :3000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0" y="1554480"/>
            <a:ext cx="3474720" cy="4480560"/>
          </a:xfrm>
          <a:prstGeom prst="roundRect">
            <a:avLst>
              <a:gd name="adj" fmla="val 2632"/>
            </a:avLst>
          </a:prstGeom>
          <a:solidFill>
            <a:srgbClr val="F1F5F9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66760" y="16276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 (mock) · :4010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214884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945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the page's JavaScript from /_next/static/chunks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333756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383280"/>
            <a:ext cx="2651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VALUE (Stage A)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NEXT_PUBLIC_DEMO_EXPOSED_KEY inlined into JS at build. Readable in DevTools.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93776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25400">
            <a:solidFill>
              <a:srgbClr val="047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9834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private credential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Requests carry no key; responses are harmless.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43400" y="214884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1945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handler /api/stage-b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server-only module · fixed read-only call · origin check · rate limit · safe result only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43400" y="3794760"/>
            <a:ext cx="3108960" cy="2057400"/>
          </a:xfrm>
          <a:prstGeom prst="roundRect">
            <a:avLst>
              <a:gd name="adj" fmla="val 3556"/>
            </a:avLst>
          </a:prstGeom>
          <a:solidFill>
            <a:srgbClr val="FEE2E2"/>
          </a:solidFill>
          <a:ln w="2540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3840480"/>
            <a:ext cx="29260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CREDENTIAL (B, C)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DEMO_MOCK_API_KEY in .env.local (git-ignored). Read at runtime; never in the bundle. Rotation: change the value, restart the server.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366760" y="214884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21945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Authenticated tier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/v1/status checks header x-demo-api-key. Missing, wrong or revoked: 401. Demo key is read-only.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366760" y="379476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38404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 key state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key A: active, then revoked. Demo key B: issued at rotation.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366760" y="502920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50749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tier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Accepts the browser-delivered value.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429000" y="2651760"/>
            <a:ext cx="914400" cy="0"/>
          </a:xfrm>
          <a:prstGeom prst="line">
            <a:avLst/>
          </a:prstGeom>
          <a:noFill/>
          <a:ln w="3810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42900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key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52360" y="2834640"/>
            <a:ext cx="914400" cy="0"/>
          </a:xfrm>
          <a:prstGeom prst="line">
            <a:avLst/>
          </a:prstGeom>
          <a:noFill/>
          <a:ln w="3810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452360" y="2468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adds key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A: the browser can also call the public tier directly with the exposed value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Educational demonstration · fake credentials · local mock API only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Rotation needs two updates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Stage C showed, and what to take away: a hidden credential still needs protecting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D1FAE5"/>
          </a:solidFill>
          <a:ln w="25400">
            <a:solidFill>
              <a:srgbClr val="047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Works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key A accepted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560320" y="1920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88920" y="15544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EF3C7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6459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Provider rotates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key B issued, A revoked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920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74920" y="15544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EE2E2"/>
          </a:solidFill>
          <a:ln w="254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16459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Old key rejected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Unchanged app: HTTP 401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0" y="1920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60920" y="15544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EF3C7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6459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 Config updated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.env.local + restart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418320" y="1920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646920" y="15544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D1FAE5"/>
          </a:solidFill>
          <a:ln w="254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38360" y="16459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 Works again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key B accepted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3063240"/>
            <a:ext cx="6766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Browser-delivered values can be inspected.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server can use a credential without giving it to the browser.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Removing a key from code does not invalidate it.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Rotation must update both the provider and the application's configuration.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hidden credential still needs permissions, limits and protected endpoints.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680960" y="306324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315468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simulation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providers differ. Planned rotation can overlap old and new keys briefly. An actively compromised key needs urgent revocation, which may interrupt service.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Next.js docs (environment variables, data security); GitHub “Remediating a leaked secret”; AWS Security Blog; OWASP Secrets Management. Links in SOURCES.md.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Educational demonstration · fake credentials · local mock API only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happens when a secret key leaks?</dc:title>
  <dc:subject>PptxGenJS Presentation</dc:subject>
  <dc:creator>PptxGenJS</dc:creator>
  <cp:lastModifiedBy>PptxGenJS</cp:lastModifiedBy>
  <cp:revision>1</cp:revision>
  <dcterms:created xsi:type="dcterms:W3CDTF">2026-10-06T14:10:55Z</dcterms:created>
  <dcterms:modified xsi:type="dcterms:W3CDTF">2026-10-06T14:10:55Z</dcterms:modified>
</cp:coreProperties>
</file>